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63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D7DF23"/>
    <a:srgbClr val="15151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E9059-9BD7-4133-97F0-5483B39750C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65EE2-383E-456A-9E2B-41FD0B1FA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87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65EE2-383E-456A-9E2B-41FD0B1FA05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9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EF6E9-CCFE-D4F2-D7C7-BC377B628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F7FCD-739C-E2DD-AF2F-DBB221944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6D599-36E3-9241-B6AC-B804EE88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E9C6F-DB97-FCF3-547C-A442556AD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EEFC5-B72E-8852-5920-B93B72BB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836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8597-159F-EA84-BA75-587FFE80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654CF-435C-C436-659B-F0417F4FE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C2D2A-BE9A-94BF-2126-079A5449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8AD08-4EEC-F039-53C8-44650CC4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D1751-AD79-36AA-7593-08C14015F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91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BD4D-FC31-7450-FA9A-B604064C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A817B-7801-1717-E065-EB43D9568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7FB82-4372-08F2-5854-FE05AA8A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B8AD0-221A-E869-B7FE-5F10138A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8E335-C675-09E7-4D69-E11D7CDE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13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508C-0C1A-303B-0942-272771B6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3BA9-785B-9C99-955B-FDD35D50D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7984D-69AA-63BE-DD9A-10780BA43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74BE-DC0A-2270-6584-90302159F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3E8E3-00F0-B2B2-3AA3-20A514D18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7A8F2-3EE7-92BE-2EF8-DBDD9E81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388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6ACA-4EEC-B3F9-573C-C533A1F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F00C6-3B76-10EC-F0CD-202425FCD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D92DD-81F3-86AA-EB91-52DF6F4AB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590B3-AA7D-BB08-28E7-F3832C909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DBCF7-99CA-EB33-6923-A60E6964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5C0FD-5EC6-FEDF-8431-9720E99A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5DECF-B90C-4194-ED42-662CFD45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E6842-2B95-B8DC-2987-F4CC4944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98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59279-52A3-EA19-3B2C-902DC0BF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21CF1-01A3-CEE1-9016-8AC357DA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26751-F646-9B3C-A750-CA16C7C3C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FE534-5893-1AFC-1A18-41106F05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419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CA8B5-A670-D5B4-2C6E-2013449E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61015-4558-8FF6-3B55-DE8EE3B1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614FA-7DC7-7D37-4E8A-777E856F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44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0D0A-B391-C205-7BE4-59997346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A2BBD-79F8-6083-9C55-9336E86A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E2FAD-D4A8-D1BA-40D9-F6225744F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27E1E-63EA-D036-F465-8AEB18DF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574C0-011A-27EA-3FE3-1902F9502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CC0E1-2739-E32E-487F-70B1E05D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1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036F-9FA4-BF65-C14D-A950897D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AA986-005C-CBA4-30F9-5B01B7855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3D0EF-FCF7-59DA-A063-3CB93DB3C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70B44-ECB9-7944-B22A-6330FE48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A4126-60C5-D8A5-993D-ABF822EC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6C2BF-EAF2-3F06-AFC8-0A68B004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71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2ECC-1E57-A29A-0145-CD6F2616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6A5ED-8770-186A-5355-32E486489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E93AF-0B68-5A70-AA30-0AC4609E9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3CEF7-F783-D57F-80DB-FA597DBD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472D2-96E4-2733-0EB6-65351091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72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812167-C14D-D032-FAED-7FFFF6EC4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D0964-5C19-6BEA-5CF8-9E1E1545D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3C1DC-2664-EFE1-E9CF-9EB8EAF4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94BEE-5A80-DF1C-EF3F-0CFCA97F7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86F7A-EBDF-E293-F017-4C54A7B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96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EAE221-E0DE-F98E-FBBF-070E508B6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90ACD-4620-24AE-6C2D-138BAF712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DA5C3-E39B-1853-F18A-94F33CA0A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06D48-5DCF-4CC0-86BC-26711353199F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28651-2890-72EC-667D-D0A0A226A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1146-3542-71F6-CAD7-49A7B060E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5066E-B255-4413-B507-E316DD59C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21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C036A-2BEF-9497-98A6-6C65D8D4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C77EA9-6708-7CBD-48FF-D5D1E1C240BA}"/>
              </a:ext>
            </a:extLst>
          </p:cNvPr>
          <p:cNvSpPr/>
          <p:nvPr/>
        </p:nvSpPr>
        <p:spPr>
          <a:xfrm>
            <a:off x="-1" y="0"/>
            <a:ext cx="3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BFC21-F979-BE4F-7F95-DE66A2B5E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83" y="219452"/>
            <a:ext cx="2287231" cy="803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39EBF5-99EB-D5A1-3DDD-379E3FF95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5544206"/>
            <a:ext cx="900000" cy="9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FE34F1-567B-4AFB-2FCE-20A4F1B2D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4490242"/>
            <a:ext cx="972000" cy="97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A162B1-25C5-1C5A-74E6-F60EEE1379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2346312"/>
            <a:ext cx="1030859" cy="108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15CF0D-17E7-96CC-8534-E6F98E8310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3508277"/>
            <a:ext cx="900000" cy="9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E87478-10FE-08D4-8680-E209A9BE6EF6}"/>
              </a:ext>
            </a:extLst>
          </p:cNvPr>
          <p:cNvSpPr txBox="1"/>
          <p:nvPr/>
        </p:nvSpPr>
        <p:spPr>
          <a:xfrm>
            <a:off x="1238069" y="268625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BE55A6-9D6C-DDFF-1C59-F8426C70E32F}"/>
              </a:ext>
            </a:extLst>
          </p:cNvPr>
          <p:cNvSpPr/>
          <p:nvPr/>
        </p:nvSpPr>
        <p:spPr>
          <a:xfrm>
            <a:off x="-1" y="1395758"/>
            <a:ext cx="3106975" cy="8767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82E24-CCA1-5C8E-3C24-BDF7E75C4F41}"/>
              </a:ext>
            </a:extLst>
          </p:cNvPr>
          <p:cNvSpPr txBox="1"/>
          <p:nvPr/>
        </p:nvSpPr>
        <p:spPr>
          <a:xfrm>
            <a:off x="1411572" y="3753097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2DBE13-7B79-A885-1384-178FB054505B}"/>
              </a:ext>
            </a:extLst>
          </p:cNvPr>
          <p:cNvSpPr txBox="1"/>
          <p:nvPr/>
        </p:nvSpPr>
        <p:spPr>
          <a:xfrm>
            <a:off x="1288169" y="4776187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27DBCB-FE54-4E47-260F-98CC84FCE443}"/>
              </a:ext>
            </a:extLst>
          </p:cNvPr>
          <p:cNvSpPr txBox="1"/>
          <p:nvPr/>
        </p:nvSpPr>
        <p:spPr>
          <a:xfrm>
            <a:off x="1510051" y="5799277"/>
            <a:ext cx="1375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D65471-A86D-3B5A-D441-F3D6F8C80282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1436347"/>
            <a:ext cx="828000" cy="82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3D4D8C-782B-DBD4-E78D-F53B202C4976}"/>
              </a:ext>
            </a:extLst>
          </p:cNvPr>
          <p:cNvSpPr txBox="1"/>
          <p:nvPr/>
        </p:nvSpPr>
        <p:spPr>
          <a:xfrm>
            <a:off x="1437853" y="1650292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92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BB66E-3CCD-84BD-7CD6-50CEC9368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5F3C1-682D-F2AD-D5E6-47EE79C79167}"/>
              </a:ext>
            </a:extLst>
          </p:cNvPr>
          <p:cNvSpPr/>
          <p:nvPr/>
        </p:nvSpPr>
        <p:spPr>
          <a:xfrm>
            <a:off x="-1" y="0"/>
            <a:ext cx="3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52466-28E2-8AEF-6338-112A2FF09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83" y="219452"/>
            <a:ext cx="2287231" cy="803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EEBDDF-5147-6D3F-7988-80FB8B211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5544206"/>
            <a:ext cx="900000" cy="9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C91C68-8CBC-C6C4-934E-281575E162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4490242"/>
            <a:ext cx="972000" cy="97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97E22E-9046-3173-C9E5-5102F865C4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1436347"/>
            <a:ext cx="828000" cy="82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B143BA8-2D05-9383-7EB3-705C5AD55F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3508277"/>
            <a:ext cx="900000" cy="9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A8EEE1-B094-7A5E-B9C0-B4C55F3C6C91}"/>
              </a:ext>
            </a:extLst>
          </p:cNvPr>
          <p:cNvSpPr txBox="1"/>
          <p:nvPr/>
        </p:nvSpPr>
        <p:spPr>
          <a:xfrm>
            <a:off x="1437853" y="1650292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5F940-E9AF-F745-9127-C03FC37DC228}"/>
              </a:ext>
            </a:extLst>
          </p:cNvPr>
          <p:cNvSpPr txBox="1"/>
          <p:nvPr/>
        </p:nvSpPr>
        <p:spPr>
          <a:xfrm>
            <a:off x="1411572" y="3753097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8FD52-59EA-94A6-1BCF-7D9AD2EFDAA6}"/>
              </a:ext>
            </a:extLst>
          </p:cNvPr>
          <p:cNvSpPr txBox="1"/>
          <p:nvPr/>
        </p:nvSpPr>
        <p:spPr>
          <a:xfrm>
            <a:off x="1288169" y="4776187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34AC28-2E09-44D3-5E8D-2F0F78B54E50}"/>
              </a:ext>
            </a:extLst>
          </p:cNvPr>
          <p:cNvSpPr txBox="1"/>
          <p:nvPr/>
        </p:nvSpPr>
        <p:spPr>
          <a:xfrm>
            <a:off x="1510051" y="5799277"/>
            <a:ext cx="1375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5D54B13-A5F4-F048-41E2-88A706C38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50800"/>
              </p:ext>
            </p:extLst>
          </p:nvPr>
        </p:nvGraphicFramePr>
        <p:xfrm>
          <a:off x="3705726" y="219452"/>
          <a:ext cx="8081890" cy="6486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378">
                  <a:extLst>
                    <a:ext uri="{9D8B030D-6E8A-4147-A177-3AD203B41FA5}">
                      <a16:colId xmlns:a16="http://schemas.microsoft.com/office/drawing/2014/main" val="3231190972"/>
                    </a:ext>
                  </a:extLst>
                </a:gridCol>
                <a:gridCol w="1616378">
                  <a:extLst>
                    <a:ext uri="{9D8B030D-6E8A-4147-A177-3AD203B41FA5}">
                      <a16:colId xmlns:a16="http://schemas.microsoft.com/office/drawing/2014/main" val="2796813050"/>
                    </a:ext>
                  </a:extLst>
                </a:gridCol>
                <a:gridCol w="1616378">
                  <a:extLst>
                    <a:ext uri="{9D8B030D-6E8A-4147-A177-3AD203B41FA5}">
                      <a16:colId xmlns:a16="http://schemas.microsoft.com/office/drawing/2014/main" val="2206366709"/>
                    </a:ext>
                  </a:extLst>
                </a:gridCol>
                <a:gridCol w="1616378">
                  <a:extLst>
                    <a:ext uri="{9D8B030D-6E8A-4147-A177-3AD203B41FA5}">
                      <a16:colId xmlns:a16="http://schemas.microsoft.com/office/drawing/2014/main" val="1240308285"/>
                    </a:ext>
                  </a:extLst>
                </a:gridCol>
                <a:gridCol w="1616378">
                  <a:extLst>
                    <a:ext uri="{9D8B030D-6E8A-4147-A177-3AD203B41FA5}">
                      <a16:colId xmlns:a16="http://schemas.microsoft.com/office/drawing/2014/main" val="57342076"/>
                    </a:ext>
                  </a:extLst>
                </a:gridCol>
              </a:tblGrid>
              <a:tr h="8107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868091"/>
                  </a:ext>
                </a:extLst>
              </a:tr>
              <a:tr h="8107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740195"/>
                  </a:ext>
                </a:extLst>
              </a:tr>
              <a:tr h="8107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631346"/>
                  </a:ext>
                </a:extLst>
              </a:tr>
              <a:tr h="8107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622046"/>
                  </a:ext>
                </a:extLst>
              </a:tr>
              <a:tr h="8107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12902"/>
                  </a:ext>
                </a:extLst>
              </a:tr>
              <a:tr h="8107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483908"/>
                  </a:ext>
                </a:extLst>
              </a:tr>
              <a:tr h="8107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706364"/>
                  </a:ext>
                </a:extLst>
              </a:tr>
              <a:tr h="8107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646810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78923DC-47C0-EE09-E067-B5D1607A69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989" y="3258292"/>
            <a:ext cx="874800" cy="87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45D61A-6B97-9C9A-85BC-5856B91740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189" y="849341"/>
            <a:ext cx="957600" cy="957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4D2269-FC62-CF87-802B-38EDAB9361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989" y="2674392"/>
            <a:ext cx="598488" cy="5984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F8662D-F62B-64F3-CFAF-F32B532227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989" y="4932836"/>
            <a:ext cx="792000" cy="792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F61247B-1E65-18F5-7E4B-BBA495ABAC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189" y="1636901"/>
            <a:ext cx="957600" cy="957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BB8062-2BBB-6C8F-F003-BF41F738F9A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989" y="4240346"/>
            <a:ext cx="648000" cy="64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C03C52-3A77-ABA1-391E-5A465A95B2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905" y="5940277"/>
            <a:ext cx="534656" cy="5346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7FD1733-3F89-B6C3-C3FA-97598E850D5B}"/>
              </a:ext>
            </a:extLst>
          </p:cNvPr>
          <p:cNvSpPr txBox="1"/>
          <p:nvPr/>
        </p:nvSpPr>
        <p:spPr>
          <a:xfrm>
            <a:off x="3694414" y="471403"/>
            <a:ext cx="169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</a:t>
            </a:r>
            <a:r>
              <a:rPr lang="en-IN" sz="1600" dirty="0"/>
              <a:t> </a:t>
            </a:r>
            <a:r>
              <a:rPr lang="en-IN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4B8C23-E0C1-5C33-05F6-675D800A323E}"/>
              </a:ext>
            </a:extLst>
          </p:cNvPr>
          <p:cNvSpPr txBox="1"/>
          <p:nvPr/>
        </p:nvSpPr>
        <p:spPr>
          <a:xfrm>
            <a:off x="5250425" y="350490"/>
            <a:ext cx="1691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BOOKING VALUE</a:t>
            </a:r>
            <a:endParaRPr lang="en-IN" sz="1600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IN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0DFE89-9E61-5682-D0F8-B603426BFB45}"/>
              </a:ext>
            </a:extLst>
          </p:cNvPr>
          <p:cNvSpPr txBox="1"/>
          <p:nvPr/>
        </p:nvSpPr>
        <p:spPr>
          <a:xfrm>
            <a:off x="10107779" y="359392"/>
            <a:ext cx="1691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DISTANCE TRAVELLED</a:t>
            </a:r>
            <a:endParaRPr lang="en-IN" sz="1600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0C9861-964E-8A31-58B7-175AB6696073}"/>
              </a:ext>
            </a:extLst>
          </p:cNvPr>
          <p:cNvSpPr txBox="1"/>
          <p:nvPr/>
        </p:nvSpPr>
        <p:spPr>
          <a:xfrm>
            <a:off x="8551767" y="350490"/>
            <a:ext cx="1691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AVG. DISTANCE TRAVELLED</a:t>
            </a:r>
            <a:endParaRPr lang="en-IN" sz="1600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0975C3-405D-4F59-36FF-F2FA7798FD09}"/>
              </a:ext>
            </a:extLst>
          </p:cNvPr>
          <p:cNvSpPr txBox="1"/>
          <p:nvPr/>
        </p:nvSpPr>
        <p:spPr>
          <a:xfrm>
            <a:off x="6901096" y="359392"/>
            <a:ext cx="1691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 BOOKING VALUE</a:t>
            </a:r>
            <a:endParaRPr lang="en-IN" sz="1600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5EC572-1547-52DD-068D-C98345DB2AA1}"/>
              </a:ext>
            </a:extLst>
          </p:cNvPr>
          <p:cNvSpPr txBox="1"/>
          <p:nvPr/>
        </p:nvSpPr>
        <p:spPr>
          <a:xfrm>
            <a:off x="3733947" y="2305060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Prime SUV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146792-F008-B956-96B1-6E403D9D5EC0}"/>
              </a:ext>
            </a:extLst>
          </p:cNvPr>
          <p:cNvSpPr txBox="1"/>
          <p:nvPr/>
        </p:nvSpPr>
        <p:spPr>
          <a:xfrm>
            <a:off x="3733947" y="1474901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Prime Sedan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592FEC-8ADE-C595-BE56-55F31EA469D0}"/>
              </a:ext>
            </a:extLst>
          </p:cNvPr>
          <p:cNvSpPr txBox="1"/>
          <p:nvPr/>
        </p:nvSpPr>
        <p:spPr>
          <a:xfrm>
            <a:off x="3733947" y="3123060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Prime</a:t>
            </a:r>
            <a:r>
              <a:rPr lang="en-IN" dirty="0"/>
              <a:t> </a:t>
            </a:r>
            <a:r>
              <a:rPr lang="en-IN" b="1" dirty="0"/>
              <a:t>Plus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FF4CE2-03DA-09B1-FB81-3FD42BDB5803}"/>
              </a:ext>
            </a:extLst>
          </p:cNvPr>
          <p:cNvSpPr txBox="1"/>
          <p:nvPr/>
        </p:nvSpPr>
        <p:spPr>
          <a:xfrm>
            <a:off x="3733947" y="4752383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Auto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07061A-AFEA-08BB-C57D-F3268BDAF0BC}"/>
              </a:ext>
            </a:extLst>
          </p:cNvPr>
          <p:cNvSpPr txBox="1"/>
          <p:nvPr/>
        </p:nvSpPr>
        <p:spPr>
          <a:xfrm>
            <a:off x="3733947" y="5525051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Bike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184BE7-3342-825B-7505-AFC64EDC1C2B}"/>
              </a:ext>
            </a:extLst>
          </p:cNvPr>
          <p:cNvSpPr txBox="1"/>
          <p:nvPr/>
        </p:nvSpPr>
        <p:spPr>
          <a:xfrm>
            <a:off x="3666687" y="6351551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E-Bike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F7EE3C8-9CB9-DBB5-9D25-2ACB17371043}"/>
              </a:ext>
            </a:extLst>
          </p:cNvPr>
          <p:cNvSpPr/>
          <p:nvPr/>
        </p:nvSpPr>
        <p:spPr>
          <a:xfrm>
            <a:off x="-2" y="2431021"/>
            <a:ext cx="3106977" cy="8767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BC3E74-D756-6FA2-F7DC-B740883F9FAC}"/>
              </a:ext>
            </a:extLst>
          </p:cNvPr>
          <p:cNvSpPr txBox="1"/>
          <p:nvPr/>
        </p:nvSpPr>
        <p:spPr>
          <a:xfrm>
            <a:off x="3705726" y="3927017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Mini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018C11-E840-A43A-D0DE-108A941E3B1F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2346312"/>
            <a:ext cx="1030859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C3B07F-2681-A932-4C5A-13963F40CE59}"/>
              </a:ext>
            </a:extLst>
          </p:cNvPr>
          <p:cNvSpPr txBox="1"/>
          <p:nvPr/>
        </p:nvSpPr>
        <p:spPr>
          <a:xfrm>
            <a:off x="1238069" y="268625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Type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916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02E243-FABC-D09A-1DC4-C3A3420F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7962F8-8FBB-CF4E-2C7E-3BD82A9DEACC}"/>
              </a:ext>
            </a:extLst>
          </p:cNvPr>
          <p:cNvSpPr/>
          <p:nvPr/>
        </p:nvSpPr>
        <p:spPr>
          <a:xfrm>
            <a:off x="-1" y="0"/>
            <a:ext cx="3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49B1F-7502-51CE-1B43-3240413A5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83" y="219452"/>
            <a:ext cx="2287231" cy="803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619171-CAFB-85FB-3A32-33EA8A33A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5544206"/>
            <a:ext cx="900000" cy="9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A66446-0381-7B13-69A0-4E96F9A9A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4490242"/>
            <a:ext cx="972000" cy="97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0B7BFC-9BB6-8C50-7E47-719CAB803A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2346312"/>
            <a:ext cx="1030859" cy="108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2583CB-7814-0F0D-59FB-288E6ABC7E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1436347"/>
            <a:ext cx="828000" cy="82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16DB1C-84C0-90BB-C2B8-58573F67B3EA}"/>
              </a:ext>
            </a:extLst>
          </p:cNvPr>
          <p:cNvSpPr txBox="1"/>
          <p:nvPr/>
        </p:nvSpPr>
        <p:spPr>
          <a:xfrm>
            <a:off x="1437853" y="1650292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AFDD1-1B7D-98DD-593F-327D761E7F18}"/>
              </a:ext>
            </a:extLst>
          </p:cNvPr>
          <p:cNvSpPr txBox="1"/>
          <p:nvPr/>
        </p:nvSpPr>
        <p:spPr>
          <a:xfrm>
            <a:off x="1238069" y="268625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E18494-E78B-B440-40D9-06988A1D5C3A}"/>
              </a:ext>
            </a:extLst>
          </p:cNvPr>
          <p:cNvSpPr txBox="1"/>
          <p:nvPr/>
        </p:nvSpPr>
        <p:spPr>
          <a:xfrm>
            <a:off x="1288169" y="4776187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6DF52-EDF8-F1B5-E735-A8BACF5F000D}"/>
              </a:ext>
            </a:extLst>
          </p:cNvPr>
          <p:cNvSpPr txBox="1"/>
          <p:nvPr/>
        </p:nvSpPr>
        <p:spPr>
          <a:xfrm>
            <a:off x="1510051" y="5799277"/>
            <a:ext cx="1375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D95895-B1FC-2090-22F0-9C66212B4D5D}"/>
              </a:ext>
            </a:extLst>
          </p:cNvPr>
          <p:cNvSpPr/>
          <p:nvPr/>
        </p:nvSpPr>
        <p:spPr>
          <a:xfrm>
            <a:off x="-1" y="3450218"/>
            <a:ext cx="3106976" cy="97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B13DD3-762F-250C-367E-087EA3EA20CC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3508277"/>
            <a:ext cx="900000" cy="9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BEEAA4-E80D-64D9-C2C7-1EEFF1916372}"/>
              </a:ext>
            </a:extLst>
          </p:cNvPr>
          <p:cNvSpPr txBox="1"/>
          <p:nvPr/>
        </p:nvSpPr>
        <p:spPr>
          <a:xfrm>
            <a:off x="1411571" y="3753097"/>
            <a:ext cx="14735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08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039A2-4E8C-AA5F-55C3-6408368C4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1115A3-C3B5-8DA5-873D-39AFEF89787B}"/>
              </a:ext>
            </a:extLst>
          </p:cNvPr>
          <p:cNvSpPr/>
          <p:nvPr/>
        </p:nvSpPr>
        <p:spPr>
          <a:xfrm>
            <a:off x="-1" y="0"/>
            <a:ext cx="3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9E4AAB-17B5-0BCA-42B9-4DB763C70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83" y="219452"/>
            <a:ext cx="2287231" cy="803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E01216-5BBE-F4EE-7EFF-8AD3069C1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5544206"/>
            <a:ext cx="900000" cy="90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0DE42C-1B9D-8CCA-9054-6FF55D0E86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2346312"/>
            <a:ext cx="1030859" cy="108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13C8B3-B3D2-CA53-1A06-49BA61EC1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1436347"/>
            <a:ext cx="828000" cy="82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37CA24-F6F2-F1F2-61AF-36912B72BA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3508277"/>
            <a:ext cx="900000" cy="9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0D866F-827B-6E27-A42D-D0E506CC66EB}"/>
              </a:ext>
            </a:extLst>
          </p:cNvPr>
          <p:cNvSpPr txBox="1"/>
          <p:nvPr/>
        </p:nvSpPr>
        <p:spPr>
          <a:xfrm>
            <a:off x="1437853" y="1650292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022CD2-DC29-937B-F602-58E115DD3DE2}"/>
              </a:ext>
            </a:extLst>
          </p:cNvPr>
          <p:cNvSpPr txBox="1"/>
          <p:nvPr/>
        </p:nvSpPr>
        <p:spPr>
          <a:xfrm>
            <a:off x="1238069" y="268625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76288-B134-A883-036D-E7E7A7DB7010}"/>
              </a:ext>
            </a:extLst>
          </p:cNvPr>
          <p:cNvSpPr txBox="1"/>
          <p:nvPr/>
        </p:nvSpPr>
        <p:spPr>
          <a:xfrm>
            <a:off x="1411572" y="3753097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4FD9C5-D182-D95A-94C0-73A26CC77CB6}"/>
              </a:ext>
            </a:extLst>
          </p:cNvPr>
          <p:cNvSpPr txBox="1"/>
          <p:nvPr/>
        </p:nvSpPr>
        <p:spPr>
          <a:xfrm>
            <a:off x="1510051" y="5799277"/>
            <a:ext cx="1375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112BD4-03EC-751B-6D1B-9D251208651F}"/>
              </a:ext>
            </a:extLst>
          </p:cNvPr>
          <p:cNvSpPr/>
          <p:nvPr/>
        </p:nvSpPr>
        <p:spPr>
          <a:xfrm>
            <a:off x="-10977" y="4544948"/>
            <a:ext cx="3117952" cy="8767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86A048-2107-91A0-AADE-0BCF8DF07079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4490242"/>
            <a:ext cx="972000" cy="97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0043D9-E268-A18E-188E-27C8CF463DF1}"/>
              </a:ext>
            </a:extLst>
          </p:cNvPr>
          <p:cNvSpPr txBox="1"/>
          <p:nvPr/>
        </p:nvSpPr>
        <p:spPr>
          <a:xfrm>
            <a:off x="1185733" y="47761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7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CC8D0-D91C-A4E3-0612-4DD3816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C6EB6A-A7CB-C88F-9BE6-5C43BCE2C9AB}"/>
              </a:ext>
            </a:extLst>
          </p:cNvPr>
          <p:cNvSpPr/>
          <p:nvPr/>
        </p:nvSpPr>
        <p:spPr>
          <a:xfrm>
            <a:off x="-1" y="0"/>
            <a:ext cx="3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AA966-4866-BC74-9C12-8D5C59F19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83" y="219452"/>
            <a:ext cx="2287231" cy="803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8F0200-D895-5D57-FECD-60DF06403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4490242"/>
            <a:ext cx="972000" cy="97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312D10-E7F1-5D9B-1A2D-E5F4BBC80E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2346312"/>
            <a:ext cx="1030859" cy="108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71C363-9A15-00C1-6CEB-D30804DF7A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1436347"/>
            <a:ext cx="828000" cy="82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F88226-9870-6686-9D59-67AFC3463B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3508277"/>
            <a:ext cx="900000" cy="9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7AB498-153C-41FE-434D-2AF0947FF3AB}"/>
              </a:ext>
            </a:extLst>
          </p:cNvPr>
          <p:cNvSpPr txBox="1"/>
          <p:nvPr/>
        </p:nvSpPr>
        <p:spPr>
          <a:xfrm>
            <a:off x="1437853" y="1650292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9240C-C584-3F3C-7076-CD7D9CAE75D9}"/>
              </a:ext>
            </a:extLst>
          </p:cNvPr>
          <p:cNvSpPr txBox="1"/>
          <p:nvPr/>
        </p:nvSpPr>
        <p:spPr>
          <a:xfrm>
            <a:off x="1238069" y="268625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F12C7-A3D3-FDEC-DEF9-8DF55EFC8EDA}"/>
              </a:ext>
            </a:extLst>
          </p:cNvPr>
          <p:cNvSpPr txBox="1"/>
          <p:nvPr/>
        </p:nvSpPr>
        <p:spPr>
          <a:xfrm>
            <a:off x="1411572" y="3753097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78DF2-AED9-04F4-F4D6-F5C56CCEED7A}"/>
              </a:ext>
            </a:extLst>
          </p:cNvPr>
          <p:cNvSpPr txBox="1"/>
          <p:nvPr/>
        </p:nvSpPr>
        <p:spPr>
          <a:xfrm>
            <a:off x="1288169" y="4776187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7DBF6B-A2AA-0990-F542-2B969A4A5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072" y="1217997"/>
            <a:ext cx="792000" cy="79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B91BB4-368D-94FF-3C62-609827F2AD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199" y="1114846"/>
            <a:ext cx="957600" cy="957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5E238B-5765-E1A3-F24F-9A5CEA39AF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30" y="1293431"/>
            <a:ext cx="612000" cy="612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BE76A97-C42F-8ABC-5912-479939ADF189}"/>
              </a:ext>
            </a:extLst>
          </p:cNvPr>
          <p:cNvSpPr txBox="1"/>
          <p:nvPr/>
        </p:nvSpPr>
        <p:spPr>
          <a:xfrm>
            <a:off x="4322719" y="1780287"/>
            <a:ext cx="1691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Prime SUV</a:t>
            </a:r>
            <a:br>
              <a:rPr lang="en-IN" sz="1400" b="1" dirty="0"/>
            </a:br>
            <a:endParaRPr lang="en-IN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17245E-95D7-4891-BE11-1CC75DEB3F3B}"/>
              </a:ext>
            </a:extLst>
          </p:cNvPr>
          <p:cNvSpPr txBox="1"/>
          <p:nvPr/>
        </p:nvSpPr>
        <p:spPr>
          <a:xfrm>
            <a:off x="5729935" y="1767786"/>
            <a:ext cx="122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Prime Plus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E00AD-58C5-EE52-3DD9-9E680498AA6D}"/>
              </a:ext>
            </a:extLst>
          </p:cNvPr>
          <p:cNvSpPr txBox="1"/>
          <p:nvPr/>
        </p:nvSpPr>
        <p:spPr>
          <a:xfrm>
            <a:off x="7905123" y="1764668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Auto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56A816-8FB8-D613-1F27-CD1A04051453}"/>
              </a:ext>
            </a:extLst>
          </p:cNvPr>
          <p:cNvSpPr txBox="1"/>
          <p:nvPr/>
        </p:nvSpPr>
        <p:spPr>
          <a:xfrm>
            <a:off x="9089748" y="1789377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Bike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581C52-D95C-923D-43F2-E6D6E15F4D75}"/>
              </a:ext>
            </a:extLst>
          </p:cNvPr>
          <p:cNvSpPr txBox="1"/>
          <p:nvPr/>
        </p:nvSpPr>
        <p:spPr>
          <a:xfrm>
            <a:off x="10313430" y="1780381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E-Bike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EE55D8-AC30-3619-EDA8-32270CD19E5A}"/>
              </a:ext>
            </a:extLst>
          </p:cNvPr>
          <p:cNvSpPr txBox="1"/>
          <p:nvPr/>
        </p:nvSpPr>
        <p:spPr>
          <a:xfrm>
            <a:off x="6720498" y="1764669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Mini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347CD-2961-AD5E-C05E-BA4AB3F3C7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323" y="1195403"/>
            <a:ext cx="792000" cy="792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0A05EA-24C4-970D-37CD-5FDEDCD71B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80" y="1331476"/>
            <a:ext cx="624710" cy="62471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D5A3031-3236-2D42-9B72-658E7BF3F7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907" y="1323409"/>
            <a:ext cx="582022" cy="582022"/>
          </a:xfrm>
          <a:prstGeom prst="rect">
            <a:avLst/>
          </a:prstGeom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C7D9B37-AE55-FF74-39FE-811B94713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591355"/>
              </p:ext>
            </p:extLst>
          </p:nvPr>
        </p:nvGraphicFramePr>
        <p:xfrm>
          <a:off x="3342517" y="1312203"/>
          <a:ext cx="8447110" cy="1578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730">
                  <a:extLst>
                    <a:ext uri="{9D8B030D-6E8A-4147-A177-3AD203B41FA5}">
                      <a16:colId xmlns:a16="http://schemas.microsoft.com/office/drawing/2014/main" val="1223778457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688601805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1295737003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223795579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1337984182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1400679278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1424634423"/>
                    </a:ext>
                  </a:extLst>
                </a:gridCol>
              </a:tblGrid>
              <a:tr h="783715"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374425"/>
                  </a:ext>
                </a:extLst>
              </a:tr>
              <a:tr h="794600"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061756"/>
                  </a:ext>
                </a:extLst>
              </a:tr>
            </a:tbl>
          </a:graphicData>
        </a:graphic>
      </p:graphicFrame>
      <p:pic>
        <p:nvPicPr>
          <p:cNvPr id="37" name="Picture 36">
            <a:extLst>
              <a:ext uri="{FF2B5EF4-FFF2-40B4-BE49-F238E27FC236}">
                <a16:creationId xmlns:a16="http://schemas.microsoft.com/office/drawing/2014/main" id="{4D1BEFB3-F960-827C-C3F4-13ED8903FC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812" y="1120631"/>
            <a:ext cx="957600" cy="9576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7321ED7-68D1-C5F0-0CAE-1A77DAFBFF57}"/>
              </a:ext>
            </a:extLst>
          </p:cNvPr>
          <p:cNvSpPr txBox="1"/>
          <p:nvPr/>
        </p:nvSpPr>
        <p:spPr>
          <a:xfrm>
            <a:off x="3099037" y="1780287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Prime Sedan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F21B89C-457E-FA26-33D1-C55ECFD88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346" y="4497482"/>
            <a:ext cx="792000" cy="79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24EFF16-CF68-E85D-81A0-6F38EBB34C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473" y="4394331"/>
            <a:ext cx="957600" cy="957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C841C5-5534-1E6A-1A1A-5C28D54259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9704" y="4572916"/>
            <a:ext cx="612000" cy="612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47A51E-EB99-5EB2-095E-C2DCCE971CEC}"/>
              </a:ext>
            </a:extLst>
          </p:cNvPr>
          <p:cNvSpPr txBox="1"/>
          <p:nvPr/>
        </p:nvSpPr>
        <p:spPr>
          <a:xfrm>
            <a:off x="4382993" y="5059772"/>
            <a:ext cx="1691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Prime SUV</a:t>
            </a:r>
            <a:br>
              <a:rPr lang="en-IN" sz="1400" b="1" dirty="0"/>
            </a:br>
            <a:endParaRPr lang="en-IN" sz="14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7DA91F-E914-EA62-49F8-DC5AE0E5D89B}"/>
              </a:ext>
            </a:extLst>
          </p:cNvPr>
          <p:cNvSpPr txBox="1"/>
          <p:nvPr/>
        </p:nvSpPr>
        <p:spPr>
          <a:xfrm>
            <a:off x="5790209" y="5047271"/>
            <a:ext cx="122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Prime Plus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F1CB73-8DFC-E782-579F-C067AE0DEB68}"/>
              </a:ext>
            </a:extLst>
          </p:cNvPr>
          <p:cNvSpPr txBox="1"/>
          <p:nvPr/>
        </p:nvSpPr>
        <p:spPr>
          <a:xfrm>
            <a:off x="7965397" y="5044153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Auto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F61305-AA30-A139-44C4-98FCBC554774}"/>
              </a:ext>
            </a:extLst>
          </p:cNvPr>
          <p:cNvSpPr txBox="1"/>
          <p:nvPr/>
        </p:nvSpPr>
        <p:spPr>
          <a:xfrm>
            <a:off x="9150022" y="5068862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Bike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C06B13-51B4-30C9-41FC-D378081FB61E}"/>
              </a:ext>
            </a:extLst>
          </p:cNvPr>
          <p:cNvSpPr txBox="1"/>
          <p:nvPr/>
        </p:nvSpPr>
        <p:spPr>
          <a:xfrm>
            <a:off x="10373704" y="5059866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E-Bike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96B5B6-F26C-398C-2F8D-C860835E41BE}"/>
              </a:ext>
            </a:extLst>
          </p:cNvPr>
          <p:cNvSpPr txBox="1"/>
          <p:nvPr/>
        </p:nvSpPr>
        <p:spPr>
          <a:xfrm>
            <a:off x="6780772" y="5044154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Mini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4A725B2-32E5-CAAA-A656-B93B53FE3B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597" y="4474888"/>
            <a:ext cx="792000" cy="792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351760C-7365-C0B2-164F-B88464813F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454" y="4610961"/>
            <a:ext cx="624710" cy="62471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BA80E09-14B2-499F-6175-7CA36785A0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181" y="4602894"/>
            <a:ext cx="582022" cy="582022"/>
          </a:xfrm>
          <a:prstGeom prst="rect">
            <a:avLst/>
          </a:prstGeom>
        </p:spPr>
      </p:pic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AF65CB3-3ABB-0E03-CFD9-A79C2B535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092587"/>
              </p:ext>
            </p:extLst>
          </p:nvPr>
        </p:nvGraphicFramePr>
        <p:xfrm>
          <a:off x="3402791" y="4591688"/>
          <a:ext cx="8447110" cy="1578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730">
                  <a:extLst>
                    <a:ext uri="{9D8B030D-6E8A-4147-A177-3AD203B41FA5}">
                      <a16:colId xmlns:a16="http://schemas.microsoft.com/office/drawing/2014/main" val="1223778457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688601805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1295737003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223795579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1337984182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1400679278"/>
                    </a:ext>
                  </a:extLst>
                </a:gridCol>
                <a:gridCol w="1206730">
                  <a:extLst>
                    <a:ext uri="{9D8B030D-6E8A-4147-A177-3AD203B41FA5}">
                      <a16:colId xmlns:a16="http://schemas.microsoft.com/office/drawing/2014/main" val="1424634423"/>
                    </a:ext>
                  </a:extLst>
                </a:gridCol>
              </a:tblGrid>
              <a:tr h="783715"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374425"/>
                  </a:ext>
                </a:extLst>
              </a:tr>
              <a:tr h="794600"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D7DF23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0B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061756"/>
                  </a:ext>
                </a:extLst>
              </a:tr>
            </a:tbl>
          </a:graphicData>
        </a:graphic>
      </p:graphicFrame>
      <p:pic>
        <p:nvPicPr>
          <p:cNvPr id="42" name="Picture 41">
            <a:extLst>
              <a:ext uri="{FF2B5EF4-FFF2-40B4-BE49-F238E27FC236}">
                <a16:creationId xmlns:a16="http://schemas.microsoft.com/office/drawing/2014/main" id="{A4A710F3-9432-5D92-0AC0-EFAA9D36FE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086" y="4400116"/>
            <a:ext cx="957600" cy="9576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732F817-0803-EC5D-B0BE-93F7D97A321C}"/>
              </a:ext>
            </a:extLst>
          </p:cNvPr>
          <p:cNvSpPr txBox="1"/>
          <p:nvPr/>
        </p:nvSpPr>
        <p:spPr>
          <a:xfrm>
            <a:off x="3159311" y="5059772"/>
            <a:ext cx="1691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Prime Sedan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ADBEC4-9815-AE70-89F6-5DBD45EDEAAD}"/>
              </a:ext>
            </a:extLst>
          </p:cNvPr>
          <p:cNvSpPr/>
          <p:nvPr/>
        </p:nvSpPr>
        <p:spPr>
          <a:xfrm>
            <a:off x="-3039" y="5485105"/>
            <a:ext cx="3110014" cy="9819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9EA52C-2306-C636-F027-B17133DCCEC6}"/>
              </a:ext>
            </a:extLst>
          </p:cNvPr>
          <p:cNvSpPr txBox="1"/>
          <p:nvPr/>
        </p:nvSpPr>
        <p:spPr>
          <a:xfrm>
            <a:off x="1510051" y="5799277"/>
            <a:ext cx="1375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FB407D-5A30-78AE-5402-B69DD575C57E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3" y="5544206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0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78</Words>
  <Application>Microsoft Office PowerPoint</Application>
  <PresentationFormat>Widescreen</PresentationFormat>
  <Paragraphs>52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subhashgodghate@outlook.com</dc:creator>
  <cp:lastModifiedBy>subhashgodghate@outlook.com</cp:lastModifiedBy>
  <cp:revision>9</cp:revision>
  <dcterms:created xsi:type="dcterms:W3CDTF">2025-12-30T14:51:27Z</dcterms:created>
  <dcterms:modified xsi:type="dcterms:W3CDTF">2025-12-31T14:32:58Z</dcterms:modified>
</cp:coreProperties>
</file>